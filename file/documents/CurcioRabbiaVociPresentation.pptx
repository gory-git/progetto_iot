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6"/>
  </p:notesMasterIdLst>
  <p:sldIdLst>
    <p:sldId id="256" r:id="rId2"/>
    <p:sldId id="257" r:id="rId3"/>
    <p:sldId id="267" r:id="rId4"/>
    <p:sldId id="266" r:id="rId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6D4A1A-6692-4EC0-B24A-95CE0C4959E7}" v="1" dt="2026-03-11T10:13:27.4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4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ORIO VOCI" userId="45b1c0f7-4f51-4b28-bcf9-00831182d00a" providerId="ADAL" clId="{6AEC2FAA-4A34-4FA4-9916-D0032CAD2615}"/>
    <pc:docChg chg="custSel addSld delSld modSld sldOrd">
      <pc:chgData name="GREGORIO VOCI" userId="45b1c0f7-4f51-4b28-bcf9-00831182d00a" providerId="ADAL" clId="{6AEC2FAA-4A34-4FA4-9916-D0032CAD2615}" dt="2026-03-11T10:19:03.139" v="805" actId="20577"/>
      <pc:docMkLst>
        <pc:docMk/>
      </pc:docMkLst>
      <pc:sldChg chg="modSp mod">
        <pc:chgData name="GREGORIO VOCI" userId="45b1c0f7-4f51-4b28-bcf9-00831182d00a" providerId="ADAL" clId="{6AEC2FAA-4A34-4FA4-9916-D0032CAD2615}" dt="2026-03-11T10:19:03.139" v="805" actId="20577"/>
        <pc:sldMkLst>
          <pc:docMk/>
          <pc:sldMk cId="4267515398" sldId="257"/>
        </pc:sldMkLst>
        <pc:spChg chg="mod">
          <ac:chgData name="GREGORIO VOCI" userId="45b1c0f7-4f51-4b28-bcf9-00831182d00a" providerId="ADAL" clId="{6AEC2FAA-4A34-4FA4-9916-D0032CAD2615}" dt="2026-03-11T10:01:31.309" v="21" actId="20577"/>
          <ac:spMkLst>
            <pc:docMk/>
            <pc:sldMk cId="4267515398" sldId="257"/>
            <ac:spMk id="2" creationId="{080F90A3-8003-4C2F-5665-A58573D12E0B}"/>
          </ac:spMkLst>
        </pc:spChg>
        <pc:spChg chg="mod">
          <ac:chgData name="GREGORIO VOCI" userId="45b1c0f7-4f51-4b28-bcf9-00831182d00a" providerId="ADAL" clId="{6AEC2FAA-4A34-4FA4-9916-D0032CAD2615}" dt="2026-03-11T10:19:03.139" v="805" actId="20577"/>
          <ac:spMkLst>
            <pc:docMk/>
            <pc:sldMk cId="4267515398" sldId="257"/>
            <ac:spMk id="6" creationId="{6B50B163-6879-A9BC-86B5-69FA3500B115}"/>
          </ac:spMkLst>
        </pc:spChg>
      </pc:sldChg>
      <pc:sldChg chg="modSp del mod ord">
        <pc:chgData name="GREGORIO VOCI" userId="45b1c0f7-4f51-4b28-bcf9-00831182d00a" providerId="ADAL" clId="{6AEC2FAA-4A34-4FA4-9916-D0032CAD2615}" dt="2026-03-11T10:13:47.911" v="232" actId="47"/>
        <pc:sldMkLst>
          <pc:docMk/>
          <pc:sldMk cId="4148344031" sldId="260"/>
        </pc:sldMkLst>
        <pc:spChg chg="mod">
          <ac:chgData name="GREGORIO VOCI" userId="45b1c0f7-4f51-4b28-bcf9-00831182d00a" providerId="ADAL" clId="{6AEC2FAA-4A34-4FA4-9916-D0032CAD2615}" dt="2026-03-11T10:05:15.695" v="65" actId="27636"/>
          <ac:spMkLst>
            <pc:docMk/>
            <pc:sldMk cId="4148344031" sldId="260"/>
            <ac:spMk id="2" creationId="{A8CCFEFD-8BED-82FA-BB41-07F212EA6FA9}"/>
          </ac:spMkLst>
        </pc:spChg>
      </pc:sldChg>
      <pc:sldChg chg="modSp new mod">
        <pc:chgData name="GREGORIO VOCI" userId="45b1c0f7-4f51-4b28-bcf9-00831182d00a" providerId="ADAL" clId="{6AEC2FAA-4A34-4FA4-9916-D0032CAD2615}" dt="2026-03-11T10:17:31.951" v="777" actId="20577"/>
        <pc:sldMkLst>
          <pc:docMk/>
          <pc:sldMk cId="2068480627" sldId="267"/>
        </pc:sldMkLst>
        <pc:spChg chg="mod">
          <ac:chgData name="GREGORIO VOCI" userId="45b1c0f7-4f51-4b28-bcf9-00831182d00a" providerId="ADAL" clId="{6AEC2FAA-4A34-4FA4-9916-D0032CAD2615}" dt="2026-03-11T10:13:45.742" v="231" actId="6549"/>
          <ac:spMkLst>
            <pc:docMk/>
            <pc:sldMk cId="2068480627" sldId="267"/>
            <ac:spMk id="2" creationId="{8BD87E4A-4250-94CF-E4F3-E4477476C883}"/>
          </ac:spMkLst>
        </pc:spChg>
        <pc:spChg chg="mod">
          <ac:chgData name="GREGORIO VOCI" userId="45b1c0f7-4f51-4b28-bcf9-00831182d00a" providerId="ADAL" clId="{6AEC2FAA-4A34-4FA4-9916-D0032CAD2615}" dt="2026-03-11T10:17:31.951" v="777" actId="20577"/>
          <ac:spMkLst>
            <pc:docMk/>
            <pc:sldMk cId="2068480627" sldId="267"/>
            <ac:spMk id="3" creationId="{E4F83AA7-ED29-DE5B-D7AB-60126D1F807A}"/>
          </ac:spMkLst>
        </pc:spChg>
      </pc:sldChg>
      <pc:sldChg chg="new del">
        <pc:chgData name="GREGORIO VOCI" userId="45b1c0f7-4f51-4b28-bcf9-00831182d00a" providerId="ADAL" clId="{6AEC2FAA-4A34-4FA4-9916-D0032CAD2615}" dt="2026-03-11T10:18:51.146" v="779" actId="47"/>
        <pc:sldMkLst>
          <pc:docMk/>
          <pc:sldMk cId="636430167" sldId="2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A4191-E9D6-45E0-A2F6-55BB4A56F4E7}" type="datetimeFigureOut">
              <a:rPr lang="it-IT" smtClean="0"/>
              <a:t>11/03/2026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BFCD41-E5DD-4EE5-BA62-64906D2B526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884095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BFCD41-E5DD-4EE5-BA62-64906D2B5268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8234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12BED07-6713-92AA-40AF-AE58F4F83C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8406" y="4512376"/>
            <a:ext cx="8639776" cy="900190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9EF77-BF49-E4C1-0FC7-563354777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D5853-25AA-1C3D-EAD2-496674792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F0DAD-5850-CAAE-CD25-4D6DDDFF3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4851B1-0B20-9549-0D70-886AA9D04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8406" y="1720884"/>
            <a:ext cx="8639775" cy="2734693"/>
          </a:xfrm>
          <a:noFill/>
        </p:spPr>
        <p:txBody>
          <a:bodyPr anchor="b">
            <a:normAutofit/>
          </a:bodyPr>
          <a:lstStyle>
            <a:lvl1pPr algn="l">
              <a:defRPr sz="3200" spc="530" baseline="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75479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8F26-B5E3-8A90-51FC-8520D1D73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4D95-10F3-6212-8302-5610C43E3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81BE7-A53D-441E-0393-0E59412C9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F10F0-B23F-BF4B-DB66-9BCF734D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5DDEC-13A7-D988-D082-03076F80F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295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80CFA-45ED-71B0-EE3E-CCE6D5C19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2474" y="2413788"/>
            <a:ext cx="8085116" cy="273752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37BECA-A01D-7D7A-F2A6-891EC9D229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22474" y="1351721"/>
            <a:ext cx="8085118" cy="993913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16478-6FAF-D420-0B87-6EABB81E8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4289B-CB0D-8AFC-7C02-F755C0DC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971E4-8A9E-2A30-D7FE-B3505124B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35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7F941-C3A7-545F-8046-C7A9AC803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5817" y="1272209"/>
            <a:ext cx="9164725" cy="103367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4277-CFAE-EEF6-3346-61F06D5A3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15817" y="2425148"/>
            <a:ext cx="4188635" cy="316064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543384-699D-84FC-C8B5-7BDE49BB4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71355" y="2425148"/>
            <a:ext cx="4188635" cy="316064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49386-AFC8-03DA-4563-07B0A0119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AED60A-7704-31D9-7D4D-65C635EDF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927DA-3B5E-13B8-0BA8-5DCFF001E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36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7B55A-280B-BDCB-F966-8578DDE74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442" y="600817"/>
            <a:ext cx="10079497" cy="1168706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76EA03-7008-14AB-547B-E66EA4EC9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7442" y="1798488"/>
            <a:ext cx="4599587" cy="668492"/>
          </a:xfrm>
        </p:spPr>
        <p:txBody>
          <a:bodyPr anchor="b"/>
          <a:lstStyle>
            <a:lvl1pPr marL="0" indent="0"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29F56-D2C8-71FE-FA59-002819D518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7442" y="2777279"/>
            <a:ext cx="4599587" cy="32769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2524D2-CA8D-75F3-D089-C2F0E20D47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7352" y="1798488"/>
            <a:ext cx="4599588" cy="668492"/>
          </a:xfrm>
        </p:spPr>
        <p:txBody>
          <a:bodyPr anchor="b"/>
          <a:lstStyle>
            <a:lvl1pPr marL="0" indent="0"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99B0E3-5AE5-0516-27BF-9F246137FE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97352" y="2777279"/>
            <a:ext cx="4599588" cy="32769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B319A7-6048-4735-B2AC-6D6043F14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15F875-F23E-D0D2-9115-CD494FDA0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B4F88F-F488-D9D5-CF99-AA1750AAF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094593-EFC2-EEEF-74CD-BD00F4132A94}"/>
              </a:ext>
            </a:extLst>
          </p:cNvPr>
          <p:cNvCxnSpPr>
            <a:cxnSpLocks/>
          </p:cNvCxnSpPr>
          <p:nvPr/>
        </p:nvCxnSpPr>
        <p:spPr>
          <a:xfrm>
            <a:off x="6571185" y="2593591"/>
            <a:ext cx="4525755" cy="0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851F6D-436C-FA47-8CD1-2C10E735764A}"/>
              </a:ext>
            </a:extLst>
          </p:cNvPr>
          <p:cNvCxnSpPr>
            <a:cxnSpLocks/>
          </p:cNvCxnSpPr>
          <p:nvPr/>
        </p:nvCxnSpPr>
        <p:spPr>
          <a:xfrm>
            <a:off x="1107503" y="2593591"/>
            <a:ext cx="4509526" cy="0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20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91B86-9261-4E82-EF65-30F78154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3A5E84-E43B-20AE-E80D-47CB0B07B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FF5797-14F1-9FEB-247C-0E325AF74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B5D7AF-1489-8F93-4828-0AE784B8B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37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6CAF1C-8901-AE05-E52C-D5B959410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D4F90-2973-4FE2-6C2C-5C2AC5C5A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0414B-A7EC-0C14-EFD2-29C5582CC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993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378C7-A764-C5E4-A6A4-DC5B1B353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121" y="1391478"/>
            <a:ext cx="3288432" cy="195141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FE178-4B5D-413B-6583-AB81E8D04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03235" y="920080"/>
            <a:ext cx="5312467" cy="502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B92F6D-71AB-9630-9DBE-46041C50C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0121" y="3566727"/>
            <a:ext cx="3288432" cy="1766325"/>
          </a:xfrm>
        </p:spPr>
        <p:txBody>
          <a:bodyPr anchor="b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FEAAD1-C919-6E2E-32D2-E199025FB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88B5D8-E15B-BE38-2A89-BD0F02E1A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7ECC26-B78C-4CBD-6883-97E80D3E5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AAC029-BE5C-900C-E7D2-DE6E31789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3198" y="931857"/>
            <a:ext cx="4305523" cy="4996302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7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04EAA-30F7-390A-C77C-2E5BD82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120" y="1391478"/>
            <a:ext cx="3322510" cy="2037522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 useBgFill="1">
        <p:nvSpPr>
          <p:cNvPr id="3" name="Picture Placeholder 2">
            <a:extLst>
              <a:ext uri="{FF2B5EF4-FFF2-40B4-BE49-F238E27FC236}">
                <a16:creationId xmlns:a16="http://schemas.microsoft.com/office/drawing/2014/main" id="{513A1C34-81AC-D534-67B1-4272122893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907143" y="931857"/>
            <a:ext cx="5351659" cy="499630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E1012D-3524-26C6-64C1-8CE6E7A9A2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0120" y="3742792"/>
            <a:ext cx="3322510" cy="1590261"/>
          </a:xfrm>
        </p:spPr>
        <p:txBody>
          <a:bodyPr anchor="b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8FA6D7-1BE0-F14D-A2F7-4836180BC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56B5AC-3F20-FDC1-D579-7C4C6B4ED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074ACA-1D54-81FA-70B1-31AB3011B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D8EE65-D4F9-418A-1628-F5DFD3DBA2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3198" y="931857"/>
            <a:ext cx="4305523" cy="4996302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66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2C3AB-851A-0D2F-B3AE-5B161CFFC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4338" y="1255172"/>
            <a:ext cx="9297346" cy="1050707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9FD6B-3621-3904-7878-A2825C6925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624338" y="2419468"/>
            <a:ext cx="9297346" cy="325435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08AE9-D8ED-ED5D-D7B0-A43811777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98B-AC81-D122-3D05-9C4E2FE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FB543-B138-6627-3714-12105D172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521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3DE16D-F1A0-DDB5-A98C-A9055C93D9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26961" y="1414196"/>
            <a:ext cx="1817441" cy="4100602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8A548F-8DA7-C53C-1BFE-7C720CB20F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46042" y="1414196"/>
            <a:ext cx="7780919" cy="4100602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EA2C8-1C90-25D0-8B0A-30B73CFD3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FF1A4-0404-DA2D-1EA4-828091C0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57155-0F4A-F7B7-C4A8-755572E98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647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792104-6F24-CD50-F55E-22A55084D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442" y="1233199"/>
            <a:ext cx="8977511" cy="107382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059CB-D00E-398D-E4D9-59792FC40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20444" y="2419639"/>
            <a:ext cx="8977509" cy="31417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DFBC38-D897-7CBE-AC89-A95A2222D7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7726" y="61991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n-lt"/>
              </a:defRPr>
            </a:lvl1pPr>
          </a:lstStyle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28008-2A03-D518-4A75-30816EB0D1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86625" y="6199188"/>
            <a:ext cx="34099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691D49-2BD8-1C36-B43A-CF2F91777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96577" y="6199188"/>
            <a:ext cx="6191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n-lt"/>
              </a:defRPr>
            </a:lvl1pPr>
          </a:lstStyle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E2A49E-0BD9-321C-F602-AFA2FCF9B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3198" y="931857"/>
            <a:ext cx="10326946" cy="4996302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630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2800" b="1" kern="1200" cap="all" spc="5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23FB3B-24E7-5304-70D8-3CA40290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081EE3-B6BE-9584-F5AF-E5F6484DA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4806D4-0772-898E-63F1-79B24845345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9643"/>
          <a:stretch>
            <a:fillRect/>
          </a:stretch>
        </p:blipFill>
        <p:spPr>
          <a:xfrm>
            <a:off x="-149" y="-5291"/>
            <a:ext cx="12192001" cy="6858000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11BF64-C99B-2F90-ADA1-0C08F9BE8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1856" y="934541"/>
            <a:ext cx="10329631" cy="4992275"/>
          </a:xfrm>
          <a:custGeom>
            <a:avLst/>
            <a:gdLst>
              <a:gd name="connsiteX0" fmla="*/ 0 w 9985794"/>
              <a:gd name="connsiteY0" fmla="*/ 0 h 4920343"/>
              <a:gd name="connsiteX1" fmla="*/ 9985794 w 9985794"/>
              <a:gd name="connsiteY1" fmla="*/ 0 h 4920343"/>
              <a:gd name="connsiteX2" fmla="*/ 9985794 w 9985794"/>
              <a:gd name="connsiteY2" fmla="*/ 4920343 h 4920343"/>
              <a:gd name="connsiteX3" fmla="*/ 0 w 9985794"/>
              <a:gd name="connsiteY3" fmla="*/ 4920343 h 4920343"/>
              <a:gd name="connsiteX4" fmla="*/ 0 w 9985794"/>
              <a:gd name="connsiteY4" fmla="*/ 4119525 h 4920343"/>
              <a:gd name="connsiteX5" fmla="*/ 4905554 w 9985794"/>
              <a:gd name="connsiteY5" fmla="*/ 4119525 h 4920343"/>
              <a:gd name="connsiteX6" fmla="*/ 4905554 w 9985794"/>
              <a:gd name="connsiteY6" fmla="*/ 1451087 h 4920343"/>
              <a:gd name="connsiteX7" fmla="*/ 0 w 9985794"/>
              <a:gd name="connsiteY7" fmla="*/ 1451087 h 4920343"/>
              <a:gd name="connsiteX0" fmla="*/ 4905554 w 9985794"/>
              <a:gd name="connsiteY0" fmla="*/ 4119525 h 4920343"/>
              <a:gd name="connsiteX1" fmla="*/ 4905554 w 9985794"/>
              <a:gd name="connsiteY1" fmla="*/ 1451087 h 4920343"/>
              <a:gd name="connsiteX2" fmla="*/ 0 w 9985794"/>
              <a:gd name="connsiteY2" fmla="*/ 1451087 h 4920343"/>
              <a:gd name="connsiteX3" fmla="*/ 0 w 9985794"/>
              <a:gd name="connsiteY3" fmla="*/ 0 h 4920343"/>
              <a:gd name="connsiteX4" fmla="*/ 9985794 w 9985794"/>
              <a:gd name="connsiteY4" fmla="*/ 0 h 4920343"/>
              <a:gd name="connsiteX5" fmla="*/ 9985794 w 9985794"/>
              <a:gd name="connsiteY5" fmla="*/ 4920343 h 4920343"/>
              <a:gd name="connsiteX6" fmla="*/ 0 w 9985794"/>
              <a:gd name="connsiteY6" fmla="*/ 4920343 h 4920343"/>
              <a:gd name="connsiteX7" fmla="*/ 0 w 9985794"/>
              <a:gd name="connsiteY7" fmla="*/ 4119525 h 4920343"/>
              <a:gd name="connsiteX8" fmla="*/ 4996994 w 9985794"/>
              <a:gd name="connsiteY8" fmla="*/ 4210965 h 4920343"/>
              <a:gd name="connsiteX0" fmla="*/ 4905554 w 9985794"/>
              <a:gd name="connsiteY0" fmla="*/ 4119525 h 4920343"/>
              <a:gd name="connsiteX1" fmla="*/ 4905554 w 9985794"/>
              <a:gd name="connsiteY1" fmla="*/ 1451087 h 4920343"/>
              <a:gd name="connsiteX2" fmla="*/ 0 w 9985794"/>
              <a:gd name="connsiteY2" fmla="*/ 1451087 h 4920343"/>
              <a:gd name="connsiteX3" fmla="*/ 0 w 9985794"/>
              <a:gd name="connsiteY3" fmla="*/ 0 h 4920343"/>
              <a:gd name="connsiteX4" fmla="*/ 9985794 w 9985794"/>
              <a:gd name="connsiteY4" fmla="*/ 0 h 4920343"/>
              <a:gd name="connsiteX5" fmla="*/ 9985794 w 9985794"/>
              <a:gd name="connsiteY5" fmla="*/ 4920343 h 4920343"/>
              <a:gd name="connsiteX6" fmla="*/ 0 w 9985794"/>
              <a:gd name="connsiteY6" fmla="*/ 4920343 h 4920343"/>
              <a:gd name="connsiteX7" fmla="*/ 0 w 9985794"/>
              <a:gd name="connsiteY7" fmla="*/ 4119525 h 4920343"/>
              <a:gd name="connsiteX0" fmla="*/ 4905554 w 9985794"/>
              <a:gd name="connsiteY0" fmla="*/ 1451087 h 4920343"/>
              <a:gd name="connsiteX1" fmla="*/ 0 w 9985794"/>
              <a:gd name="connsiteY1" fmla="*/ 1451087 h 4920343"/>
              <a:gd name="connsiteX2" fmla="*/ 0 w 9985794"/>
              <a:gd name="connsiteY2" fmla="*/ 0 h 4920343"/>
              <a:gd name="connsiteX3" fmla="*/ 9985794 w 9985794"/>
              <a:gd name="connsiteY3" fmla="*/ 0 h 4920343"/>
              <a:gd name="connsiteX4" fmla="*/ 9985794 w 9985794"/>
              <a:gd name="connsiteY4" fmla="*/ 4920343 h 4920343"/>
              <a:gd name="connsiteX5" fmla="*/ 0 w 9985794"/>
              <a:gd name="connsiteY5" fmla="*/ 4920343 h 4920343"/>
              <a:gd name="connsiteX6" fmla="*/ 0 w 9985794"/>
              <a:gd name="connsiteY6" fmla="*/ 4119525 h 4920343"/>
              <a:gd name="connsiteX0" fmla="*/ 0 w 9985794"/>
              <a:gd name="connsiteY0" fmla="*/ 1451087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0 w 9985794"/>
              <a:gd name="connsiteY0" fmla="*/ 1551223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17333 w 9985794"/>
              <a:gd name="connsiteY0" fmla="*/ 1686702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1 w 9985794"/>
              <a:gd name="connsiteY0" fmla="*/ 1686702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85794" h="4920343">
                <a:moveTo>
                  <a:pt x="1" y="1686702"/>
                </a:moveTo>
                <a:cubicBezTo>
                  <a:pt x="1" y="1124468"/>
                  <a:pt x="0" y="562234"/>
                  <a:pt x="0" y="0"/>
                </a:cubicBezTo>
                <a:lnTo>
                  <a:pt x="9985794" y="0"/>
                </a:lnTo>
                <a:lnTo>
                  <a:pt x="9985794" y="4920343"/>
                </a:lnTo>
                <a:lnTo>
                  <a:pt x="0" y="4920343"/>
                </a:lnTo>
                <a:lnTo>
                  <a:pt x="0" y="4119525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FFA42BE-2ED7-58E6-63BE-F92D23B1FF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6882" y="2498165"/>
            <a:ext cx="4536336" cy="2016326"/>
          </a:xfrm>
          <a:noFill/>
        </p:spPr>
        <p:txBody>
          <a:bodyPr anchor="b">
            <a:normAutofit/>
          </a:bodyPr>
          <a:lstStyle/>
          <a:p>
            <a:r>
              <a:rPr lang="it-IT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 Idea	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CF80E7E-7B61-0069-A588-F5D4EF01D4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9366" y="4514491"/>
            <a:ext cx="4536336" cy="1470051"/>
          </a:xfrm>
          <a:noFill/>
        </p:spPr>
        <p:txBody>
          <a:bodyPr anchor="t">
            <a:normAutofit/>
          </a:bodyPr>
          <a:lstStyle/>
          <a:p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Curcio Salvatore 	MAT. 263696</a:t>
            </a:r>
          </a:p>
          <a:p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Rabbia Marco 	MAT. 269211</a:t>
            </a:r>
          </a:p>
          <a:p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Voci Gregorio	MAT. 263711</a:t>
            </a:r>
          </a:p>
        </p:txBody>
      </p:sp>
    </p:spTree>
    <p:extLst>
      <p:ext uri="{BB962C8B-B14F-4D97-AF65-F5344CB8AC3E}">
        <p14:creationId xmlns:p14="http://schemas.microsoft.com/office/powerpoint/2010/main" val="1098722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0F90A3-8003-4C2F-5665-A58573D12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2466" y="959813"/>
            <a:ext cx="3774518" cy="648764"/>
          </a:xfrm>
        </p:spPr>
        <p:txBody>
          <a:bodyPr/>
          <a:lstStyle/>
          <a:p>
            <a:pPr algn="ctr"/>
            <a:r>
              <a:rPr lang="it-IT" dirty="0"/>
              <a:t>Dispositivo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6B50B163-6879-A9BC-86B5-69FA3500B115}"/>
              </a:ext>
            </a:extLst>
          </p:cNvPr>
          <p:cNvSpPr txBox="1">
            <a:spLocks/>
          </p:cNvSpPr>
          <p:nvPr/>
        </p:nvSpPr>
        <p:spPr>
          <a:xfrm>
            <a:off x="4779570" y="1619133"/>
            <a:ext cx="2999323" cy="42128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/>
              <a:t>Aigital</a:t>
            </a:r>
            <a:r>
              <a:rPr lang="it-IT" dirty="0"/>
              <a:t> N300 </a:t>
            </a:r>
            <a:r>
              <a:rPr lang="it-IT" dirty="0" err="1"/>
              <a:t>Repeater</a:t>
            </a:r>
            <a:endParaRPr lang="it-IT" dirty="0"/>
          </a:p>
          <a:p>
            <a:r>
              <a:rPr lang="it-IT"/>
              <a:t>Altre informazioni</a:t>
            </a:r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5880E7B2-D1A7-ED88-733B-9F439F279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1831" y="959813"/>
            <a:ext cx="2395120" cy="4958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515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D87E4A-4250-94CF-E4F3-E4477476C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Obiettivo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4F83AA7-ED29-DE5B-D7AB-60126D1F8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</a:t>
            </a:r>
            <a:r>
              <a:rPr lang="it-IT" dirty="0" err="1"/>
              <a:t>wifi</a:t>
            </a:r>
            <a:r>
              <a:rPr lang="it-IT" dirty="0"/>
              <a:t> </a:t>
            </a:r>
            <a:r>
              <a:rPr lang="it-IT" dirty="0" err="1"/>
              <a:t>repeater</a:t>
            </a:r>
            <a:r>
              <a:rPr lang="it-IT" dirty="0"/>
              <a:t> soffre di due vulnerabilità note: CVE-2023-30404 e CVE-2023-30405. </a:t>
            </a:r>
            <a:br>
              <a:rPr lang="it-IT" dirty="0"/>
            </a:br>
            <a:r>
              <a:rPr lang="it-IT" dirty="0"/>
              <a:t>Successivamente al </a:t>
            </a:r>
            <a:r>
              <a:rPr lang="it-IT" dirty="0" err="1"/>
              <a:t>dump</a:t>
            </a:r>
            <a:r>
              <a:rPr lang="it-IT" dirty="0"/>
              <a:t> della memoria </a:t>
            </a:r>
            <a:r>
              <a:rPr lang="it-IT" dirty="0" err="1"/>
              <a:t>eeprom</a:t>
            </a:r>
            <a:r>
              <a:rPr lang="it-IT" dirty="0"/>
              <a:t> del dispositivo, abbiamo delineato i seguenti dispositivi:</a:t>
            </a:r>
          </a:p>
          <a:p>
            <a:r>
              <a:rPr lang="it-IT" dirty="0"/>
              <a:t>Sfruttare le vulnerabilità per creare uno scenario d’attacco in cui otteniamo il controllo completo del dispositivo per poter attaccare altri dispositivi sulla stessa rete;</a:t>
            </a:r>
          </a:p>
          <a:p>
            <a:r>
              <a:rPr lang="it-IT" dirty="0"/>
              <a:t>Creare un firmware in cui tentiamo di porre rimedio alle vulnerabilità.</a:t>
            </a:r>
          </a:p>
        </p:txBody>
      </p:sp>
    </p:spTree>
    <p:extLst>
      <p:ext uri="{BB962C8B-B14F-4D97-AF65-F5344CB8AC3E}">
        <p14:creationId xmlns:p14="http://schemas.microsoft.com/office/powerpoint/2010/main" val="2068480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637B6-6A04-01C4-62DA-94908A590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23FB3B-24E7-5304-70D8-3CA40290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081EE3-B6BE-9584-F5AF-E5F6484DA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D2D1BF-B2E0-7AB9-F9A8-6D259A6EC11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19643"/>
          <a:stretch>
            <a:fillRect/>
          </a:stretch>
        </p:blipFill>
        <p:spPr>
          <a:xfrm>
            <a:off x="-149" y="-5291"/>
            <a:ext cx="12192001" cy="6858000"/>
          </a:xfrm>
          <a:prstGeom prst="rect">
            <a:avLst/>
          </a:prstGeom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711BF64-C99B-2F90-ADA1-0C08F9BE8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1856" y="934541"/>
            <a:ext cx="10329631" cy="4992275"/>
          </a:xfrm>
          <a:custGeom>
            <a:avLst/>
            <a:gdLst>
              <a:gd name="connsiteX0" fmla="*/ 0 w 9985794"/>
              <a:gd name="connsiteY0" fmla="*/ 0 h 4920343"/>
              <a:gd name="connsiteX1" fmla="*/ 9985794 w 9985794"/>
              <a:gd name="connsiteY1" fmla="*/ 0 h 4920343"/>
              <a:gd name="connsiteX2" fmla="*/ 9985794 w 9985794"/>
              <a:gd name="connsiteY2" fmla="*/ 4920343 h 4920343"/>
              <a:gd name="connsiteX3" fmla="*/ 0 w 9985794"/>
              <a:gd name="connsiteY3" fmla="*/ 4920343 h 4920343"/>
              <a:gd name="connsiteX4" fmla="*/ 0 w 9985794"/>
              <a:gd name="connsiteY4" fmla="*/ 4119525 h 4920343"/>
              <a:gd name="connsiteX5" fmla="*/ 4905554 w 9985794"/>
              <a:gd name="connsiteY5" fmla="*/ 4119525 h 4920343"/>
              <a:gd name="connsiteX6" fmla="*/ 4905554 w 9985794"/>
              <a:gd name="connsiteY6" fmla="*/ 1451087 h 4920343"/>
              <a:gd name="connsiteX7" fmla="*/ 0 w 9985794"/>
              <a:gd name="connsiteY7" fmla="*/ 1451087 h 4920343"/>
              <a:gd name="connsiteX0" fmla="*/ 4905554 w 9985794"/>
              <a:gd name="connsiteY0" fmla="*/ 4119525 h 4920343"/>
              <a:gd name="connsiteX1" fmla="*/ 4905554 w 9985794"/>
              <a:gd name="connsiteY1" fmla="*/ 1451087 h 4920343"/>
              <a:gd name="connsiteX2" fmla="*/ 0 w 9985794"/>
              <a:gd name="connsiteY2" fmla="*/ 1451087 h 4920343"/>
              <a:gd name="connsiteX3" fmla="*/ 0 w 9985794"/>
              <a:gd name="connsiteY3" fmla="*/ 0 h 4920343"/>
              <a:gd name="connsiteX4" fmla="*/ 9985794 w 9985794"/>
              <a:gd name="connsiteY4" fmla="*/ 0 h 4920343"/>
              <a:gd name="connsiteX5" fmla="*/ 9985794 w 9985794"/>
              <a:gd name="connsiteY5" fmla="*/ 4920343 h 4920343"/>
              <a:gd name="connsiteX6" fmla="*/ 0 w 9985794"/>
              <a:gd name="connsiteY6" fmla="*/ 4920343 h 4920343"/>
              <a:gd name="connsiteX7" fmla="*/ 0 w 9985794"/>
              <a:gd name="connsiteY7" fmla="*/ 4119525 h 4920343"/>
              <a:gd name="connsiteX8" fmla="*/ 4996994 w 9985794"/>
              <a:gd name="connsiteY8" fmla="*/ 4210965 h 4920343"/>
              <a:gd name="connsiteX0" fmla="*/ 4905554 w 9985794"/>
              <a:gd name="connsiteY0" fmla="*/ 4119525 h 4920343"/>
              <a:gd name="connsiteX1" fmla="*/ 4905554 w 9985794"/>
              <a:gd name="connsiteY1" fmla="*/ 1451087 h 4920343"/>
              <a:gd name="connsiteX2" fmla="*/ 0 w 9985794"/>
              <a:gd name="connsiteY2" fmla="*/ 1451087 h 4920343"/>
              <a:gd name="connsiteX3" fmla="*/ 0 w 9985794"/>
              <a:gd name="connsiteY3" fmla="*/ 0 h 4920343"/>
              <a:gd name="connsiteX4" fmla="*/ 9985794 w 9985794"/>
              <a:gd name="connsiteY4" fmla="*/ 0 h 4920343"/>
              <a:gd name="connsiteX5" fmla="*/ 9985794 w 9985794"/>
              <a:gd name="connsiteY5" fmla="*/ 4920343 h 4920343"/>
              <a:gd name="connsiteX6" fmla="*/ 0 w 9985794"/>
              <a:gd name="connsiteY6" fmla="*/ 4920343 h 4920343"/>
              <a:gd name="connsiteX7" fmla="*/ 0 w 9985794"/>
              <a:gd name="connsiteY7" fmla="*/ 4119525 h 4920343"/>
              <a:gd name="connsiteX0" fmla="*/ 4905554 w 9985794"/>
              <a:gd name="connsiteY0" fmla="*/ 1451087 h 4920343"/>
              <a:gd name="connsiteX1" fmla="*/ 0 w 9985794"/>
              <a:gd name="connsiteY1" fmla="*/ 1451087 h 4920343"/>
              <a:gd name="connsiteX2" fmla="*/ 0 w 9985794"/>
              <a:gd name="connsiteY2" fmla="*/ 0 h 4920343"/>
              <a:gd name="connsiteX3" fmla="*/ 9985794 w 9985794"/>
              <a:gd name="connsiteY3" fmla="*/ 0 h 4920343"/>
              <a:gd name="connsiteX4" fmla="*/ 9985794 w 9985794"/>
              <a:gd name="connsiteY4" fmla="*/ 4920343 h 4920343"/>
              <a:gd name="connsiteX5" fmla="*/ 0 w 9985794"/>
              <a:gd name="connsiteY5" fmla="*/ 4920343 h 4920343"/>
              <a:gd name="connsiteX6" fmla="*/ 0 w 9985794"/>
              <a:gd name="connsiteY6" fmla="*/ 4119525 h 4920343"/>
              <a:gd name="connsiteX0" fmla="*/ 0 w 9985794"/>
              <a:gd name="connsiteY0" fmla="*/ 1451087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0 w 9985794"/>
              <a:gd name="connsiteY0" fmla="*/ 1551223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17333 w 9985794"/>
              <a:gd name="connsiteY0" fmla="*/ 1686702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1 w 9985794"/>
              <a:gd name="connsiteY0" fmla="*/ 1686702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85794" h="4920343">
                <a:moveTo>
                  <a:pt x="1" y="1686702"/>
                </a:moveTo>
                <a:cubicBezTo>
                  <a:pt x="1" y="1124468"/>
                  <a:pt x="0" y="562234"/>
                  <a:pt x="0" y="0"/>
                </a:cubicBezTo>
                <a:lnTo>
                  <a:pt x="9985794" y="0"/>
                </a:lnTo>
                <a:lnTo>
                  <a:pt x="9985794" y="4920343"/>
                </a:lnTo>
                <a:lnTo>
                  <a:pt x="0" y="4920343"/>
                </a:lnTo>
                <a:lnTo>
                  <a:pt x="0" y="4119525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EEC2433-079E-4294-32A1-61E8693199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6882" y="2498165"/>
            <a:ext cx="4536336" cy="2016326"/>
          </a:xfrm>
          <a:noFill/>
        </p:spPr>
        <p:txBody>
          <a:bodyPr anchor="b">
            <a:normAutofit/>
          </a:bodyPr>
          <a:lstStyle/>
          <a:p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Thanks for </a:t>
            </a:r>
            <a:r>
              <a:rPr lang="it-IT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your</a:t>
            </a:r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it-IT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kind</a:t>
            </a:r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it-IT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attention</a:t>
            </a:r>
            <a:endParaRPr lang="it-IT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011411"/>
      </p:ext>
    </p:extLst>
  </p:cSld>
  <p:clrMapOvr>
    <a:masterClrMapping/>
  </p:clrMapOvr>
</p:sld>
</file>

<file path=ppt/theme/theme1.xml><?xml version="1.0" encoding="utf-8"?>
<a:theme xmlns:a="http://schemas.openxmlformats.org/drawingml/2006/main" name="LimelightVTI">
  <a:themeElements>
    <a:clrScheme name="Limelight">
      <a:dk1>
        <a:sysClr val="windowText" lastClr="000000"/>
      </a:dk1>
      <a:lt1>
        <a:sysClr val="window" lastClr="FFFFFF"/>
      </a:lt1>
      <a:dk2>
        <a:srgbClr val="23353B"/>
      </a:dk2>
      <a:lt2>
        <a:srgbClr val="E0DDD8"/>
      </a:lt2>
      <a:accent1>
        <a:srgbClr val="90A208"/>
      </a:accent1>
      <a:accent2>
        <a:srgbClr val="6A8755"/>
      </a:accent2>
      <a:accent3>
        <a:srgbClr val="49716B"/>
      </a:accent3>
      <a:accent4>
        <a:srgbClr val="A16F7C"/>
      </a:accent4>
      <a:accent5>
        <a:srgbClr val="B16455"/>
      </a:accent5>
      <a:accent6>
        <a:srgbClr val="E08350"/>
      </a:accent6>
      <a:hlink>
        <a:srgbClr val="5F864B"/>
      </a:hlink>
      <a:folHlink>
        <a:srgbClr val="3F877D"/>
      </a:folHlink>
    </a:clrScheme>
    <a:fontScheme name="Trade Gothic">
      <a:majorFont>
        <a:latin typeface="Trade Gothic Next Cond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imelightVTI" id="{7936DCFD-B587-41FD-9126-64F2709ED40B}" vid="{74F41540-78F1-4C56-9EAA-6FA6E9F1D776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100</Words>
  <Application>Microsoft Office PowerPoint</Application>
  <PresentationFormat>Widescreen</PresentationFormat>
  <Paragraphs>13</Paragraphs>
  <Slides>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9" baseType="lpstr">
      <vt:lpstr>Aptos</vt:lpstr>
      <vt:lpstr>Arial</vt:lpstr>
      <vt:lpstr>Trade Gothic Next Cond</vt:lpstr>
      <vt:lpstr>Trade Gothic Next Light</vt:lpstr>
      <vt:lpstr>LimelightVTI</vt:lpstr>
      <vt:lpstr>Project Idea </vt:lpstr>
      <vt:lpstr>Dispositivo</vt:lpstr>
      <vt:lpstr>Obiettivo</vt:lpstr>
      <vt:lpstr>Thanks for your kind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GREGORIO VOCI</dc:creator>
  <cp:lastModifiedBy>GREGORIO VOCI</cp:lastModifiedBy>
  <cp:revision>3</cp:revision>
  <dcterms:created xsi:type="dcterms:W3CDTF">2025-12-04T15:53:56Z</dcterms:created>
  <dcterms:modified xsi:type="dcterms:W3CDTF">2026-03-11T10:19:05Z</dcterms:modified>
</cp:coreProperties>
</file>