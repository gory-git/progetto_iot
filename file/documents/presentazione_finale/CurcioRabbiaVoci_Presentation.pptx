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66C35-4B1A-4D06-AB73-E4890ABEF496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A1321-88C7-443B-B13F-E5A10B03FBF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8127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A1321-88C7-443B-B13F-E5A10B03FBFA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650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CD41-E5DD-4EE5-BA62-64906D2B526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823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70AC4D-AACA-6636-1ACE-E22BCF4FD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8B13DB-FC39-B57A-3583-1292B3F86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D97D6D-6CDD-FA11-EF89-BF017BEB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0BF4B0-5A4B-D7C9-BDAA-819198AE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CA79F8-D9BA-62AA-0EF6-0103AF9E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86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99933C-479B-764F-21DD-E9C46319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F846ED-F675-4DCC-F2C8-F34E2EE0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FB859A-A254-79F1-7275-F5DB9E31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21B929-700C-C739-3D94-CDFDEEDB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8B2742-8055-A883-5E46-F005CD78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78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379520-3325-92D8-566B-528301EB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5F884DC-8FAE-EF50-9499-83DFA5146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AA20B1-5FE2-FCE3-3F08-C5F08C37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00BEB4-BD68-24D4-2B2E-1E46100A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49E5C7-2318-709A-E7C8-7C327FE1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960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BA2C85-0569-19F1-3564-56F056B4B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A20C8D-8F60-C0FB-5873-19435095E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046247B-5A9D-450E-806B-DF0107366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A25BC9-C4F6-33F1-8898-078C7492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DCE258-3C97-AFF1-4E54-788808E4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4488247-91C3-DF3C-9714-683467FB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985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33928-BDF2-5F5C-3ADD-CF9A2E1D2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442A0D-22D9-1110-4B4B-3B197CD84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0103439-F1EF-EB4E-E0BF-1E8646B74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F1C041D-72F3-4CD3-5E82-DB6E73613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D84C348-9365-803F-1977-496CC4156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038CEA2-4CEE-96AB-9753-B7CE05C1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E84DD93-25AF-82E6-1A10-A552A9B5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8DC8083-E86B-D808-4832-F5D27452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082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7E42EB-4E3D-DA2B-7E46-8F510462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F9880BF-8FAC-3A8E-6724-781ACAD5D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39AA70D-C44F-A3CC-5FB0-397F3246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68560D-C6FF-9858-0A41-F2C329A8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745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E76B985-3C70-1066-1CC9-0C3A36B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294C57A-42E6-647F-71AD-5E62067B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E81E383-83A4-EEB3-D463-3D6AF44C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8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F585AA-AA6C-A035-BA4B-7D522C73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452D8E-D737-5B23-0DCC-8AA44A58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DB614C6-C942-2E2C-F0D9-52D784A03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E2120D-7B8C-3028-1B6B-8C8FA491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32C1AA-9165-25BD-86E2-6526CED1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013E8D-FAB7-0AFB-E8DD-DAE13583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678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62FAEE-E685-D533-EC0E-EDEB002C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5915D0F-A495-3745-72BB-AF695655D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B16CA34-A6BB-9185-585E-815352188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E6049B8-0D99-0AAF-98D9-72532C45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EB5729-7DD2-CE6F-36AA-7E839A1E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8323357-397F-1358-E390-6541882C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731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1A3659-E9BA-E5E7-C44A-80A88490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849F1C5-82E6-B04D-0DE6-FCCF38F3C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7E7E33-4C98-7CC5-1110-4E928533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73CDEC-D723-F2A3-3E73-C2028E80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D920F9-CDA6-142E-1112-C76270FB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285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020C9A8-2C89-5850-CCE1-234586BAB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1363EC9-9CD0-09E3-0E55-B0C9297B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8D5CE3-A880-0B4C-1778-2918D79C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E9A415-871C-A0BB-F05D-5B4332F8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CEABCF-A9DD-1949-819A-C4537E99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067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2F48A9B-AD44-D28F-AE4D-04A059A8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FF61D6-E6A8-86BA-B32B-7BB8E3259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51BFBE-07CE-9785-1E6E-619154994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2838F-2B33-45CC-8DBA-05135EDC1AFD}" type="datetimeFigureOut">
              <a:rPr lang="it-IT" smtClean="0"/>
              <a:t>14/07/2026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02D724-F019-352E-2FAF-A30C37F3C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8EB036-C159-BCA6-69C1-DD3BBB63E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D2E5F-EA23-4BBC-A81C-F1CDCBA70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098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FFA42BE-2ED7-58E6-63BE-F92D23B1F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Aigital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Wi-Fi Extender Analysis</a:t>
            </a:r>
            <a:endParaRPr lang="it-IT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CF80E7E-7B61-0069-A588-F5D4EF01D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8" y="4636008"/>
            <a:ext cx="3891973" cy="1572768"/>
          </a:xfrm>
        </p:spPr>
        <p:txBody>
          <a:bodyPr>
            <a:normAutofit/>
          </a:bodyPr>
          <a:lstStyle/>
          <a:p>
            <a:pPr algn="l"/>
            <a:r>
              <a:rPr lang="it-IT" sz="2200" dirty="0"/>
              <a:t>Curcio Salvatore MAT. 263696</a:t>
            </a:r>
          </a:p>
          <a:p>
            <a:pPr algn="l"/>
            <a:r>
              <a:rPr lang="it-IT" sz="2200" dirty="0"/>
              <a:t>Rabbia Marco 	MAT. 269211</a:t>
            </a:r>
          </a:p>
          <a:p>
            <a:pPr algn="l"/>
            <a:r>
              <a:rPr lang="it-IT" sz="2200" dirty="0"/>
              <a:t>Voci Gregorio	MAT. 263711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806D4-0772-898E-63F1-79B24845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2" r="24676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342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995B99B-15BC-B8E8-9850-7172B1CF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it-IT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&amp; </a:t>
            </a:r>
            <a:r>
              <a:rPr lang="it-IT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it-IT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8422A3-B3AC-2CAE-86F9-6675B1CBA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it-IT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Wi‑Fi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extender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firmware and web security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CVE‑2023‑30403, CVE‑2023‑30404, CVE‑2023‑30405 </a:t>
            </a:r>
          </a:p>
          <a:p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exploit,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patch the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85F5A9E-646C-D1A9-4268-99AC1E469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560" y="237744"/>
            <a:ext cx="3346703" cy="557784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57BD65C-F8E1-19B9-4A00-7A04D2947AD8}"/>
              </a:ext>
            </a:extLst>
          </p:cNvPr>
          <p:cNvSpPr txBox="1"/>
          <p:nvPr/>
        </p:nvSpPr>
        <p:spPr>
          <a:xfrm>
            <a:off x="7854696" y="5714774"/>
            <a:ext cx="2532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Aigital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Wi-Fi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Extender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56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A2FD535-F123-327F-BA4E-EF56F75DA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it-IT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Workflow and Hardware Issues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ED1FF6-7376-31F5-82BB-929B86EF1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71216"/>
            <a:ext cx="4818888" cy="3547872"/>
          </a:xfrm>
        </p:spPr>
        <p:txBody>
          <a:bodyPr anchor="t">
            <a:normAutofit/>
          </a:bodyPr>
          <a:lstStyle/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EEPROM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dump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Binwalk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Cutter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firmware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patching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to full firmware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emulation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Firmadyne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6E7DE3E-5EF4-F542-3CF2-2F171FF2E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662" y="402336"/>
            <a:ext cx="4908499" cy="557784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FBC8508-55AC-2A28-4EB8-A66BE96A026F}"/>
              </a:ext>
            </a:extLst>
          </p:cNvPr>
          <p:cNvSpPr txBox="1"/>
          <p:nvPr/>
        </p:nvSpPr>
        <p:spPr>
          <a:xfrm>
            <a:off x="8157971" y="5911257"/>
            <a:ext cx="1947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EEPROM</a:t>
            </a:r>
          </a:p>
        </p:txBody>
      </p:sp>
    </p:spTree>
    <p:extLst>
      <p:ext uri="{BB962C8B-B14F-4D97-AF65-F5344CB8AC3E}">
        <p14:creationId xmlns:p14="http://schemas.microsoft.com/office/powerpoint/2010/main" val="101913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7D9E05-DB70-F3BF-EE62-D68F3E5CD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Analysis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586C5B-8870-D659-15D1-2A6A04B18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026664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and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38400 baud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BoyaMicro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25D16AS – 2 MB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7589928-032A-A552-542B-1D01DCC5A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457" y="237744"/>
            <a:ext cx="3290925" cy="557784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6DCF0C-AA25-7AC4-9B86-143582F5A371}"/>
              </a:ext>
            </a:extLst>
          </p:cNvPr>
          <p:cNvSpPr txBox="1"/>
          <p:nvPr/>
        </p:nvSpPr>
        <p:spPr>
          <a:xfrm>
            <a:off x="6754057" y="5815584"/>
            <a:ext cx="3630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of the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Aigital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Wi-Fi Extender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05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B61EAFD-59CB-AA25-2852-5CE087863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it-IT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995A4D-64CB-DF9E-9DEE-82D3394C0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2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dumped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CH341A and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Flashrom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Binwalk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kernel and root filesystem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binaries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web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recovered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CFCB701-1CFF-D75A-0433-C601DC487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18291"/>
            <a:ext cx="6903720" cy="402141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9C424A-B911-6730-C3FB-34595872715A}"/>
              </a:ext>
            </a:extLst>
          </p:cNvPr>
          <p:cNvSpPr txBox="1"/>
          <p:nvPr/>
        </p:nvSpPr>
        <p:spPr>
          <a:xfrm>
            <a:off x="7333488" y="5439708"/>
            <a:ext cx="2350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35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00BD633-8B90-CE8D-858B-7D01523C7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it-IT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and Firmware </a:t>
            </a:r>
            <a:r>
              <a:rPr lang="it-IT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Emulation</a:t>
            </a:r>
            <a:endParaRPr lang="it-IT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D49229-34CB-06D7-F1C2-88F2027B9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649" y="3019666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web server </a:t>
            </a:r>
          </a:p>
          <a:p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handlers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emulated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Firmadyne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QEMU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Vulnerable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patched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versions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prepared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testing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92CC31F-FBB0-F1C7-084A-6CE4ED3BB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25" y="202242"/>
            <a:ext cx="7664522" cy="341071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4D6E9A2-D8BA-CA38-6B23-79F52D201CA6}"/>
              </a:ext>
            </a:extLst>
          </p:cNvPr>
          <p:cNvSpPr txBox="1"/>
          <p:nvPr/>
        </p:nvSpPr>
        <p:spPr>
          <a:xfrm>
            <a:off x="6740348" y="3581947"/>
            <a:ext cx="3529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 binary analyzed with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EC0149B-4D8E-A90A-F451-045DB81B9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872" y="4228048"/>
            <a:ext cx="6420746" cy="141942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BA9B264-BAF9-0F1A-91F2-E2993DA90561}"/>
              </a:ext>
            </a:extLst>
          </p:cNvPr>
          <p:cNvSpPr txBox="1"/>
          <p:nvPr/>
        </p:nvSpPr>
        <p:spPr>
          <a:xfrm>
            <a:off x="6740348" y="5647471"/>
            <a:ext cx="3346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emulated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00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344D0B8-68CA-A90C-D47B-38505094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it-IT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Bypass &amp; RCE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330951-AF07-36C6-13BE-CA2F74D4D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52" y="3130373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it-IT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admin:admin</a:t>
            </a:r>
            <a:endParaRPr lang="it-IT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establishes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 session</a:t>
            </a:r>
          </a:p>
          <a:p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sends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boafrm</a:t>
            </a: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formSysCmd</a:t>
            </a: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sysCmd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executes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supplied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confirmed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captured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ICMP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37807A-6B02-951E-3E84-98BDAC4C8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767" y="2850507"/>
            <a:ext cx="7815313" cy="16824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42551D2-E6D9-1B8D-6509-6D5EF7842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761" y="510023"/>
            <a:ext cx="5363323" cy="176237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F7AF4E-B43F-6C29-2128-6785577479AE}"/>
              </a:ext>
            </a:extLst>
          </p:cNvPr>
          <p:cNvSpPr txBox="1"/>
          <p:nvPr/>
        </p:nvSpPr>
        <p:spPr>
          <a:xfrm>
            <a:off x="6853449" y="2213837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Fragment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exploit.py script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621517C-3F9A-590F-60A1-0B39F2DD346C}"/>
              </a:ext>
            </a:extLst>
          </p:cNvPr>
          <p:cNvSpPr txBox="1"/>
          <p:nvPr/>
        </p:nvSpPr>
        <p:spPr>
          <a:xfrm>
            <a:off x="6059245" y="4508222"/>
            <a:ext cx="4594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packets generated by a command executed through the Boa RCE on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firmadyne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77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CFE3471-3596-C74A-6A89-C9704B18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25" y="77858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Shell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9889EC-B405-2386-E5AF-F873350DC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25" y="2925039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MIPS-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compatible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Netcat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transferred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TFTP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Listener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</a:t>
            </a:r>
          </a:p>
          <a:p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shell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spawned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access to the firmware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D4F76FA-1C45-4E2C-130C-270E6ADA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586" y="1223963"/>
            <a:ext cx="8918877" cy="98107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D5298D4-8EDE-FB39-F25D-D92BCDDF4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125" y="3429000"/>
            <a:ext cx="7136939" cy="81754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C404B6D-DBFF-61EE-8BB7-E1B0AFBD9C39}"/>
              </a:ext>
            </a:extLst>
          </p:cNvPr>
          <p:cNvSpPr txBox="1"/>
          <p:nvPr/>
        </p:nvSpPr>
        <p:spPr>
          <a:xfrm>
            <a:off x="6988117" y="2128320"/>
            <a:ext cx="15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BD6B00D-0A8F-0820-B12E-5D12F369147B}"/>
              </a:ext>
            </a:extLst>
          </p:cNvPr>
          <p:cNvSpPr txBox="1"/>
          <p:nvPr/>
        </p:nvSpPr>
        <p:spPr>
          <a:xfrm>
            <a:off x="6860101" y="4192965"/>
            <a:ext cx="2368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of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0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E55346C-508E-19FD-D33F-87758F2D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it-I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CA2EAB-06FB-3EBA-07A9-44F4D213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Malicious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payload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injected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SSID </a:t>
            </a:r>
          </a:p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Unsafe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rendering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caused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browser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confirmed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alert(1)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D7B9C5C-99E6-CB25-31D8-23E4B09D3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74" y="2569464"/>
            <a:ext cx="4921652" cy="367893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A1CE1F0-6501-B927-BD9A-4DDC891C3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35" y="2569464"/>
            <a:ext cx="5109633" cy="367893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B6C2AC8-0DA2-49AB-6DD6-38BDE940AA4C}"/>
              </a:ext>
            </a:extLst>
          </p:cNvPr>
          <p:cNvSpPr txBox="1"/>
          <p:nvPr/>
        </p:nvSpPr>
        <p:spPr>
          <a:xfrm>
            <a:off x="2478025" y="6199334"/>
            <a:ext cx="1691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9ECBFA-52CA-FD96-D85E-56111EB853FD}"/>
              </a:ext>
            </a:extLst>
          </p:cNvPr>
          <p:cNvSpPr txBox="1"/>
          <p:nvPr/>
        </p:nvSpPr>
        <p:spPr>
          <a:xfrm>
            <a:off x="6647689" y="6203942"/>
            <a:ext cx="5541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Injected SSID rendered as HTML in the vulnerable page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51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7EE0AE-7527-4CEB-0A8F-7F9E2DC1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RCE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lang="it-IT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FEFC18-0020-71E3-F9F0-859CA3AB2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80" y="2807167"/>
            <a:ext cx="3895522" cy="2313473"/>
          </a:xfrm>
        </p:spPr>
        <p:txBody>
          <a:bodyPr>
            <a:normAutofit lnSpcReduction="10000"/>
          </a:bodyPr>
          <a:lstStyle/>
          <a:p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Vulnerable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0x00440290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Handler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replaced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immediate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shell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patching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68C607A-FDEE-7A01-1F19-055B6939A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277" y="0"/>
            <a:ext cx="4446651" cy="301260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FB7A5BC-F793-7DA7-D7B7-06D05E0D3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10" y="3429000"/>
            <a:ext cx="7298934" cy="78463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3A2AD2B-80A4-A2CF-A7E8-809D9AB43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26" y="4597465"/>
            <a:ext cx="6170298" cy="203619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9A30CED-62A4-1DBE-C651-DFDF20623E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646" y="4779874"/>
            <a:ext cx="2784729" cy="94265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97B8A96-EAF2-A5B4-F265-EB65B9627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2116" y="817400"/>
            <a:ext cx="1009791" cy="504895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0F01FE3-07FD-4122-0DA2-5CF98F2DCA0D}"/>
              </a:ext>
            </a:extLst>
          </p:cNvPr>
          <p:cNvSpPr txBox="1"/>
          <p:nvPr/>
        </p:nvSpPr>
        <p:spPr>
          <a:xfrm>
            <a:off x="5330952" y="2898710"/>
            <a:ext cx="3291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boa.patched-stable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43AFEFB-9D9F-67BA-9BBE-4C8B0DFACE77}"/>
              </a:ext>
            </a:extLst>
          </p:cNvPr>
          <p:cNvSpPr txBox="1"/>
          <p:nvPr/>
        </p:nvSpPr>
        <p:spPr>
          <a:xfrm>
            <a:off x="6942783" y="4148387"/>
            <a:ext cx="2614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Byte-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5E3417D-425E-9038-FABE-2C8AEAA4B168}"/>
              </a:ext>
            </a:extLst>
          </p:cNvPr>
          <p:cNvSpPr txBox="1"/>
          <p:nvPr/>
        </p:nvSpPr>
        <p:spPr>
          <a:xfrm>
            <a:off x="4206240" y="6541606"/>
            <a:ext cx="3529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reverse shell connection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892D537-D2A1-F3EE-0117-3668C5D8C84B}"/>
              </a:ext>
            </a:extLst>
          </p:cNvPr>
          <p:cNvSpPr txBox="1"/>
          <p:nvPr/>
        </p:nvSpPr>
        <p:spPr>
          <a:xfrm>
            <a:off x="10040111" y="1252835"/>
            <a:ext cx="1289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 </a:t>
            </a:r>
            <a:r>
              <a:rPr lang="it-IT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patching</a:t>
            </a:r>
            <a:endParaRPr lang="it-IT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8CC19D0-D0B3-3BD1-9FAB-B34D27547D6E}"/>
              </a:ext>
            </a:extLst>
          </p:cNvPr>
          <p:cNvSpPr txBox="1"/>
          <p:nvPr/>
        </p:nvSpPr>
        <p:spPr>
          <a:xfrm>
            <a:off x="9029699" y="5707687"/>
            <a:ext cx="3310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/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/nc reverse shell process in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firmadyne</a:t>
            </a:r>
            <a:endParaRPr lang="it-IT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73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4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B23B241-FE16-1A41-1BCA-97864D3A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anchor="b">
            <a:normAutofit/>
          </a:bodyPr>
          <a:lstStyle/>
          <a:p>
            <a:r>
              <a:rPr lang="it-IT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Bypass </a:t>
            </a:r>
            <a:r>
              <a:rPr lang="it-IT" sz="5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lang="it-IT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36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8FE42D2-7576-E39C-D45B-262B8A1AC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82" b="-1"/>
          <a:stretch>
            <a:fillRect/>
          </a:stretch>
        </p:blipFill>
        <p:spPr>
          <a:xfrm>
            <a:off x="5753481" y="18605"/>
            <a:ext cx="4507992" cy="224028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D3626-9170-6433-E58E-3B1B1CFA1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global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reusable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 seconds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window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second</a:t>
            </a: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Unauthenticated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are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redirected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login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E5F619C-59B3-B64E-CE76-CC4084CEA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9"/>
          <a:stretch>
            <a:fillRect/>
          </a:stretch>
        </p:blipFill>
        <p:spPr>
          <a:xfrm>
            <a:off x="5753481" y="2318162"/>
            <a:ext cx="4507992" cy="224028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6C85191-3475-76F1-DA3E-5AA0E1598B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" r="-1" b="-1"/>
          <a:stretch>
            <a:fillRect/>
          </a:stretch>
        </p:blipFill>
        <p:spPr>
          <a:xfrm>
            <a:off x="5753481" y="4617719"/>
            <a:ext cx="4507992" cy="224028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E48DC00-DDEC-6DB8-E244-FA64240FDEC3}"/>
              </a:ext>
            </a:extLst>
          </p:cNvPr>
          <p:cNvSpPr txBox="1"/>
          <p:nvPr/>
        </p:nvSpPr>
        <p:spPr>
          <a:xfrm>
            <a:off x="10318336" y="817382"/>
            <a:ext cx="1892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boa.patched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-stable with 351-tick</a:t>
            </a:r>
            <a:endParaRPr lang="it-IT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9A2A03E-6398-CFC9-0502-D370F02B7714}"/>
              </a:ext>
            </a:extLst>
          </p:cNvPr>
          <p:cNvSpPr txBox="1"/>
          <p:nvPr/>
        </p:nvSpPr>
        <p:spPr>
          <a:xfrm>
            <a:off x="10308859" y="3321279"/>
            <a:ext cx="1892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boa.patched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-stable with 2-tick</a:t>
            </a:r>
            <a:endParaRPr lang="it-IT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BCAB959-2A95-A845-3708-B4D64D2B1CE0}"/>
              </a:ext>
            </a:extLst>
          </p:cNvPr>
          <p:cNvSpPr txBox="1"/>
          <p:nvPr/>
        </p:nvSpPr>
        <p:spPr>
          <a:xfrm>
            <a:off x="10543031" y="5285232"/>
            <a:ext cx="1483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Unauthenticated user redirected to login.htm with timeout message</a:t>
            </a:r>
            <a:endParaRPr lang="it-IT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468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55A9CD3-F18B-866B-6D8C-A603D4D7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XSS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lang="it-IT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59BEBE0-D142-D665-098E-11D1D37B1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482" y="136710"/>
            <a:ext cx="3532036" cy="1057983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744833-C0AF-7342-A309-7078166FF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5779008" cy="3672144"/>
          </a:xfrm>
        </p:spPr>
        <p:txBody>
          <a:bodyPr>
            <a:normAutofit/>
          </a:bodyPr>
          <a:lstStyle/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caused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unsafe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</a:t>
            </a:r>
          </a:p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safer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textContent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literally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93B100B-AB47-7184-319E-030A6ECFB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200" y="1873813"/>
            <a:ext cx="5206128" cy="376142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0BDF649-4B87-51CF-9F68-381F5AF98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580" y="128940"/>
            <a:ext cx="3530309" cy="106575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F97D279-E435-087A-88BC-FBD87C5A3BF8}"/>
              </a:ext>
            </a:extLst>
          </p:cNvPr>
          <p:cNvSpPr txBox="1"/>
          <p:nvPr/>
        </p:nvSpPr>
        <p:spPr>
          <a:xfrm>
            <a:off x="5743714" y="1108968"/>
            <a:ext cx="2381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it-IT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it-IT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patching</a:t>
            </a:r>
            <a:endParaRPr lang="it-IT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A780AFE-3869-A2B4-9D5A-1D1041926CB5}"/>
              </a:ext>
            </a:extLst>
          </p:cNvPr>
          <p:cNvSpPr txBox="1"/>
          <p:nvPr/>
        </p:nvSpPr>
        <p:spPr>
          <a:xfrm>
            <a:off x="9587247" y="1099478"/>
            <a:ext cx="2381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after </a:t>
            </a:r>
            <a:r>
              <a:rPr lang="it-IT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patching</a:t>
            </a:r>
            <a:endParaRPr lang="it-IT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9F7A69B-D6A3-6F39-4917-D848A9CD528B}"/>
              </a:ext>
            </a:extLst>
          </p:cNvPr>
          <p:cNvSpPr txBox="1"/>
          <p:nvPr/>
        </p:nvSpPr>
        <p:spPr>
          <a:xfrm>
            <a:off x="7150283" y="5595143"/>
            <a:ext cx="4029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XSS payload displayed as text in the patched page</a:t>
            </a:r>
            <a:endParaRPr lang="it-IT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10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D9DE253-DE40-7575-CDE8-3C0A4947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it-IT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10DB66-629D-0E32-3E1C-A73ECB7D8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bypass, RCE and XSS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reproduced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shell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 RCE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retested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Firmadyne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61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637B6-6A04-01C4-62DA-94908A59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EC2433-079E-4294-32A1-61E869319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kind</a:t>
            </a:r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endParaRPr lang="it-IT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2D1BF-B2E0-7AB9-F9A8-6D259A6EC1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94" r="14895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05011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479</Words>
  <Application>Microsoft Office PowerPoint</Application>
  <PresentationFormat>Widescreen</PresentationFormat>
  <Paragraphs>91</Paragraphs>
  <Slides>14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Tema di Office</vt:lpstr>
      <vt:lpstr>Aigital Wi-Fi Extender Analysis</vt:lpstr>
      <vt:lpstr>Device &amp; Objectives</vt:lpstr>
      <vt:lpstr>Analysis Workflow and Hardware Issues</vt:lpstr>
      <vt:lpstr>Hardware Analysis</vt:lpstr>
      <vt:lpstr>Firmware Extraction</vt:lpstr>
      <vt:lpstr>Binary Analysis and Firmware Emulation</vt:lpstr>
      <vt:lpstr>Authentication Bypass &amp; RCE</vt:lpstr>
      <vt:lpstr>Reverse Shell</vt:lpstr>
      <vt:lpstr>Cross-Site Scripting</vt:lpstr>
      <vt:lpstr>RCE Mitigation</vt:lpstr>
      <vt:lpstr>Login Bypass Mitigation</vt:lpstr>
      <vt:lpstr>XSS Mitigation</vt:lpstr>
      <vt:lpstr>Conclusion</vt:lpstr>
      <vt:lpstr>Thanks for your kind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Salvatore Curcio</dc:creator>
  <cp:lastModifiedBy>GREGORIO VOCI</cp:lastModifiedBy>
  <cp:revision>2</cp:revision>
  <dcterms:created xsi:type="dcterms:W3CDTF">2026-07-14T10:41:39Z</dcterms:created>
  <dcterms:modified xsi:type="dcterms:W3CDTF">2026-07-14T16:16:29Z</dcterms:modified>
</cp:coreProperties>
</file>